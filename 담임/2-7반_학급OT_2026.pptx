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8" d="100"/>
          <a:sy n="108" d="100"/>
        </p:scale>
        <p:origin x="730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1760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E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38912" y="475488"/>
            <a:ext cx="1188720" cy="3657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38912" y="47548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E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38912" y="1078992"/>
            <a:ext cx="5486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2학년 7반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38912" y="1993392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rgbClr val="E8A0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학급 OT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38912" y="2834640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i="1" dirty="0">
                <a:solidFill>
                  <a:srgbClr val="A8C4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만들어가는 행복한 교실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040880" y="411480"/>
            <a:ext cx="2286000" cy="2286000"/>
          </a:xfrm>
          <a:prstGeom prst="ellipse">
            <a:avLst/>
          </a:prstGeom>
          <a:solidFill>
            <a:srgbClr val="2563C8">
              <a:alpha val="28000"/>
            </a:srgbClr>
          </a:solidFill>
          <a:ln w="12700">
            <a:solidFill>
              <a:srgbClr val="2563C8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7680960" y="1965960"/>
            <a:ext cx="1371600" cy="1371600"/>
          </a:xfrm>
          <a:prstGeom prst="ellipse">
            <a:avLst/>
          </a:prstGeom>
          <a:solidFill>
            <a:srgbClr val="E8A020">
              <a:alpha val="38000"/>
            </a:srgbClr>
          </a:solidFill>
          <a:ln w="12700">
            <a:solidFill>
              <a:srgbClr val="E8A020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6126480" y="3154680"/>
            <a:ext cx="1828800" cy="1828800"/>
          </a:xfrm>
          <a:prstGeom prst="ellipse">
            <a:avLst/>
          </a:prstGeom>
          <a:solidFill>
            <a:srgbClr val="2BA89A">
              <a:alpha val="24000"/>
            </a:srgbClr>
          </a:solidFill>
          <a:ln w="12700">
            <a:solidFill>
              <a:srgbClr val="2BA89A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38912" y="4407408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A8C4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담임: </a:t>
            </a: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박도영</a:t>
            </a:r>
            <a:r>
              <a:rPr lang="en-US" sz="1500" dirty="0">
                <a:solidFill>
                  <a:srgbClr val="A8C4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|   </a:t>
            </a:r>
            <a:r>
              <a:rPr lang="en-US" sz="1500" b="1" dirty="0">
                <a:solidFill>
                  <a:srgbClr val="E8A0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010-5404-7307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795528"/>
            <a:ext cx="914400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3월 3일  일정 안내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170432"/>
            <a:ext cx="83210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11480" y="1170432"/>
            <a:ext cx="164592" cy="932688"/>
          </a:xfrm>
          <a:prstGeom prst="rect">
            <a:avLst/>
          </a:prstGeom>
          <a:solidFill>
            <a:srgbClr val="2563C8"/>
          </a:solidFill>
          <a:ln w="12700">
            <a:solidFill>
              <a:srgbClr val="256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85800" y="124358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563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1~2교시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6459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담임과 학급 활동 &amp; 청소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11480" y="2286000"/>
            <a:ext cx="83210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11480" y="2286000"/>
            <a:ext cx="164592" cy="932688"/>
          </a:xfrm>
          <a:prstGeom prst="rect">
            <a:avLst/>
          </a:prstGeom>
          <a:solidFill>
            <a:srgbClr val="2BA89A"/>
          </a:solidFill>
          <a:ln w="12700">
            <a:solidFill>
              <a:srgbClr val="2BA8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85800" y="23591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BA8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3~7교시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5800" y="276148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정상 수업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11480" y="3493008"/>
            <a:ext cx="8321040" cy="1298448"/>
          </a:xfrm>
          <a:prstGeom prst="rect">
            <a:avLst/>
          </a:prstGeom>
          <a:solidFill>
            <a:srgbClr val="FFF8EC"/>
          </a:solidFill>
          <a:ln w="25400">
            <a:solidFill>
              <a:srgbClr val="E8A02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11480" y="3493008"/>
            <a:ext cx="164592" cy="129844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67512" y="35387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8A0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기초조사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67512" y="3931920"/>
            <a:ext cx="7772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[1]  자기소개서 작성 (약 10분)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[2]  학부모 설문지 전달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E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8A0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담임 선생님 소개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3840480"/>
          </a:xfrm>
          <a:prstGeom prst="rect">
            <a:avLst/>
          </a:prstGeom>
          <a:solidFill>
            <a:srgbClr val="192A3E"/>
          </a:solidFill>
          <a:ln w="19050">
            <a:solidFill>
              <a:srgbClr val="2563C8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914400" y="1170432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박도영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914400" y="2029968"/>
            <a:ext cx="1417320" cy="34747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914400" y="202996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E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수학 (대수)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2560320"/>
            <a:ext cx="7315200" cy="13716"/>
          </a:xfrm>
          <a:prstGeom prst="rect">
            <a:avLst/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960120" y="257860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E8A0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연락처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176272" y="2670048"/>
            <a:ext cx="18288" cy="25603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304288" y="2578608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8A0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010-5404-7307  (지금 저장해 두세요!)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4400" y="3108960"/>
            <a:ext cx="7315200" cy="13716"/>
          </a:xfrm>
          <a:prstGeom prst="rect">
            <a:avLst/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960120" y="312724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E8A0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교무실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176272" y="3218688"/>
            <a:ext cx="18288" cy="25603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2304288" y="3127248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4층 2학년부A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14400" y="3657600"/>
            <a:ext cx="7315200" cy="13716"/>
          </a:xfrm>
          <a:prstGeom prst="rect">
            <a:avLst/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960120" y="367588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E8A0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176272" y="3767328"/>
            <a:ext cx="18288" cy="25603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2304288" y="3675888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수학 / 대수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14400" y="4206240"/>
            <a:ext cx="7315200" cy="13716"/>
          </a:xfrm>
          <a:prstGeom prst="rect">
            <a:avLst/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960120" y="422452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E8A0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마디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2176272" y="4315968"/>
            <a:ext cx="18288" cy="25603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2304288" y="4224528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A8C4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1년 동안 함께 성장하는 즐거운 교실을 만들어 봅시다!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795528"/>
            <a:ext cx="9144000" cy="73152"/>
          </a:xfrm>
          <a:prstGeom prst="rect">
            <a:avLst/>
          </a:prstGeom>
          <a:solidFill>
            <a:srgbClr val="2BA89A"/>
          </a:solidFill>
          <a:ln w="12700">
            <a:solidFill>
              <a:srgbClr val="2BA8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2-7반  학반 시간표  (2026학년도)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675120" y="109728"/>
            <a:ext cx="164592" cy="164592"/>
          </a:xfrm>
          <a:prstGeom prst="rect">
            <a:avLst/>
          </a:prstGeom>
          <a:solidFill>
            <a:srgbClr val="FFF5DC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885432" y="10972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CDD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담임(박도영) 대수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675120" y="512064"/>
            <a:ext cx="164592" cy="164592"/>
          </a:xfrm>
          <a:prstGeom prst="rect">
            <a:avLst/>
          </a:prstGeom>
          <a:solidFill>
            <a:srgbClr val="E8F4E8"/>
          </a:solidFill>
          <a:ln w="12700">
            <a:solidFill>
              <a:srgbClr val="2BA8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885432" y="51206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CDD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창체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82880" y="932688"/>
            <a:ext cx="475488" cy="402336"/>
          </a:xfrm>
          <a:prstGeom prst="rect">
            <a:avLst/>
          </a:prstGeom>
          <a:solidFill>
            <a:srgbClr val="1B2E4B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82880" y="932688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교시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368" y="932688"/>
            <a:ext cx="1660550" cy="402336"/>
          </a:xfrm>
          <a:prstGeom prst="rect">
            <a:avLst/>
          </a:prstGeom>
          <a:solidFill>
            <a:srgbClr val="2563C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58368" y="932688"/>
            <a:ext cx="16605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318918" y="932688"/>
            <a:ext cx="1660550" cy="402336"/>
          </a:xfrm>
          <a:prstGeom prst="rect">
            <a:avLst/>
          </a:prstGeom>
          <a:solidFill>
            <a:srgbClr val="2177B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318918" y="932688"/>
            <a:ext cx="16605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979469" y="932688"/>
            <a:ext cx="1660550" cy="402336"/>
          </a:xfrm>
          <a:prstGeom prst="rect">
            <a:avLst/>
          </a:prstGeom>
          <a:solidFill>
            <a:srgbClr val="2563C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979469" y="932688"/>
            <a:ext cx="16605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640019" y="932688"/>
            <a:ext cx="1660550" cy="402336"/>
          </a:xfrm>
          <a:prstGeom prst="rect">
            <a:avLst/>
          </a:prstGeom>
          <a:solidFill>
            <a:srgbClr val="2177B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640019" y="932688"/>
            <a:ext cx="16605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00570" y="932688"/>
            <a:ext cx="1660550" cy="402336"/>
          </a:xfrm>
          <a:prstGeom prst="rect">
            <a:avLst/>
          </a:prstGeom>
          <a:solidFill>
            <a:srgbClr val="2563C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7300570" y="932688"/>
            <a:ext cx="16605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82880" y="1335024"/>
            <a:ext cx="475488" cy="501091"/>
          </a:xfrm>
          <a:prstGeom prst="rect">
            <a:avLst/>
          </a:prstGeom>
          <a:solidFill>
            <a:srgbClr val="1B2E4B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82880" y="1335024"/>
            <a:ext cx="475488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58368" y="1335024"/>
            <a:ext cx="1660550" cy="50109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704088" y="1362456"/>
            <a:ext cx="1578254" cy="250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E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B화학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04088" y="1585570"/>
            <a:ext cx="1578254" cy="230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장보애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318918" y="1335024"/>
            <a:ext cx="1660550" cy="50109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2364638" y="1362456"/>
            <a:ext cx="1578254" cy="250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E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세시A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364638" y="1585570"/>
            <a:ext cx="1578254" cy="230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</a:t>
            </a:r>
            <a:r>
              <a:rPr lang="en-US" sz="1000" dirty="0" err="1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희진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979469" y="1335024"/>
            <a:ext cx="1660550" cy="50109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4025189" y="1362456"/>
            <a:ext cx="1578254" cy="250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E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B화학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025189" y="1585570"/>
            <a:ext cx="1578254" cy="230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장보애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640019" y="1335024"/>
            <a:ext cx="1660550" cy="50109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5685739" y="1362456"/>
            <a:ext cx="1578254" cy="250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E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A화학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685739" y="1585570"/>
            <a:ext cx="1578254" cy="230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장보애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300570" y="1335024"/>
            <a:ext cx="1660550" cy="50109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7346290" y="1362456"/>
            <a:ext cx="1578254" cy="250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E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C문학B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346290" y="1585570"/>
            <a:ext cx="1578254" cy="230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김열애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82880" y="1836115"/>
            <a:ext cx="475488" cy="501091"/>
          </a:xfrm>
          <a:prstGeom prst="rect">
            <a:avLst/>
          </a:prstGeom>
          <a:solidFill>
            <a:srgbClr val="1B2E4B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182880" y="1836115"/>
            <a:ext cx="475488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58368" y="1836115"/>
            <a:ext cx="1660550" cy="501091"/>
          </a:xfrm>
          <a:prstGeom prst="rect">
            <a:avLst/>
          </a:prstGeom>
          <a:solidFill>
            <a:srgbClr val="EEF3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704088" y="1863547"/>
            <a:ext cx="1578254" cy="250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E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진로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04088" y="2086661"/>
            <a:ext cx="1578254" cy="230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남궁민</a:t>
            </a:r>
            <a:r>
              <a:rPr lang="ko-KR" alt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희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318918" y="1836115"/>
            <a:ext cx="1660550" cy="501091"/>
          </a:xfrm>
          <a:prstGeom prst="rect">
            <a:avLst/>
          </a:prstGeom>
          <a:solidFill>
            <a:srgbClr val="EEF3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2364638" y="1863547"/>
            <a:ext cx="1578254" cy="250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E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</a:t>
            </a:r>
            <a:r>
              <a:rPr lang="ko-KR" altLang="en-US" sz="1200" dirty="0">
                <a:solidFill>
                  <a:srgbClr val="1B2E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2364638" y="2086661"/>
            <a:ext cx="1578254" cy="230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</a:t>
            </a:r>
            <a:r>
              <a:rPr lang="ko-KR" alt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</a:t>
            </a: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979469" y="1836115"/>
            <a:ext cx="1660550" cy="501091"/>
          </a:xfrm>
          <a:prstGeom prst="rect">
            <a:avLst/>
          </a:prstGeom>
          <a:solidFill>
            <a:srgbClr val="FFF5DC"/>
          </a:solidFill>
          <a:ln w="9525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3979469" y="1836115"/>
            <a:ext cx="50292" cy="501091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4061765" y="1863547"/>
            <a:ext cx="1541678" cy="250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D45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대수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061765" y="2086661"/>
            <a:ext cx="1541678" cy="230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A0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박도영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640019" y="1836115"/>
            <a:ext cx="1660550" cy="501091"/>
          </a:xfrm>
          <a:prstGeom prst="rect">
            <a:avLst/>
          </a:prstGeom>
          <a:solidFill>
            <a:srgbClr val="EEF3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/>
          <p:nvPr/>
        </p:nvSpPr>
        <p:spPr>
          <a:xfrm>
            <a:off x="5685739" y="1863547"/>
            <a:ext cx="1578254" cy="250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1B2E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영IA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685739" y="2086661"/>
            <a:ext cx="1578254" cy="230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황지영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300570" y="1836115"/>
            <a:ext cx="1660550" cy="501091"/>
          </a:xfrm>
          <a:prstGeom prst="rect">
            <a:avLst/>
          </a:prstGeom>
          <a:solidFill>
            <a:srgbClr val="EEF3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2"/>
          <p:cNvSpPr/>
          <p:nvPr/>
        </p:nvSpPr>
        <p:spPr>
          <a:xfrm>
            <a:off x="7346290" y="1863547"/>
            <a:ext cx="1578254" cy="250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1B2E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세시B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7346290" y="2086661"/>
            <a:ext cx="1578254" cy="230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dirty="0" err="1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</a:rPr>
              <a:t>전경준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182880" y="2337206"/>
            <a:ext cx="475488" cy="501091"/>
          </a:xfrm>
          <a:prstGeom prst="rect">
            <a:avLst/>
          </a:prstGeom>
          <a:solidFill>
            <a:srgbClr val="1B2E4B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182880" y="2337206"/>
            <a:ext cx="475488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658368" y="2337206"/>
            <a:ext cx="1660550" cy="50109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7"/>
          <p:cNvSpPr/>
          <p:nvPr/>
        </p:nvSpPr>
        <p:spPr>
          <a:xfrm>
            <a:off x="704088" y="2364638"/>
            <a:ext cx="1578254" cy="250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E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D생명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704088" y="2587752"/>
            <a:ext cx="1578254" cy="230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서정우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2318918" y="2337206"/>
            <a:ext cx="1660550" cy="50109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60"/>
          <p:cNvSpPr/>
          <p:nvPr/>
        </p:nvSpPr>
        <p:spPr>
          <a:xfrm>
            <a:off x="2364638" y="2364638"/>
            <a:ext cx="1578254" cy="250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E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C문학A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2364638" y="2587752"/>
            <a:ext cx="1578254" cy="230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김길동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4061765" y="2364638"/>
            <a:ext cx="1541678" cy="250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/>
              <a:t>C</a:t>
            </a:r>
            <a:r>
              <a:rPr lang="ko-KR" altLang="en-US" sz="1200" dirty="0"/>
              <a:t>문학</a:t>
            </a:r>
            <a:r>
              <a:rPr lang="en-US" altLang="ko-KR" sz="1200" dirty="0"/>
              <a:t>A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4061765" y="2587752"/>
            <a:ext cx="1541678" cy="230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dirty="0" err="1">
                <a:solidFill>
                  <a:srgbClr val="E8A020"/>
                </a:solidFill>
                <a:latin typeface="맑은 고딕" pitchFamily="34" charset="0"/>
                <a:ea typeface="맑은 고딕" pitchFamily="34" charset="-122"/>
              </a:rPr>
              <a:t>김길동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7300570" y="2337206"/>
            <a:ext cx="1660550" cy="50109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Text 71"/>
          <p:cNvSpPr/>
          <p:nvPr/>
        </p:nvSpPr>
        <p:spPr>
          <a:xfrm>
            <a:off x="7346290" y="2364638"/>
            <a:ext cx="1578254" cy="250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E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미술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7346290" y="2587752"/>
            <a:ext cx="1578254" cy="230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서희동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182880" y="2838298"/>
            <a:ext cx="475488" cy="501091"/>
          </a:xfrm>
          <a:prstGeom prst="rect">
            <a:avLst/>
          </a:prstGeom>
          <a:solidFill>
            <a:srgbClr val="1B2E4B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Text 74"/>
          <p:cNvSpPr/>
          <p:nvPr/>
        </p:nvSpPr>
        <p:spPr>
          <a:xfrm>
            <a:off x="182880" y="2838298"/>
            <a:ext cx="475488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400" dirty="0"/>
          </a:p>
        </p:txBody>
      </p:sp>
      <p:sp>
        <p:nvSpPr>
          <p:cNvPr id="77" name="Shape 75"/>
          <p:cNvSpPr/>
          <p:nvPr/>
        </p:nvSpPr>
        <p:spPr>
          <a:xfrm>
            <a:off x="658368" y="2838298"/>
            <a:ext cx="1660550" cy="501091"/>
          </a:xfrm>
          <a:prstGeom prst="rect">
            <a:avLst/>
          </a:prstGeom>
          <a:solidFill>
            <a:srgbClr val="EEF3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Text 76"/>
          <p:cNvSpPr/>
          <p:nvPr/>
        </p:nvSpPr>
        <p:spPr>
          <a:xfrm>
            <a:off x="704088" y="2865730"/>
            <a:ext cx="1578254" cy="250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1B2E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영IA</a:t>
            </a:r>
            <a:endParaRPr lang="en-US" sz="1200" dirty="0"/>
          </a:p>
        </p:txBody>
      </p:sp>
      <p:sp>
        <p:nvSpPr>
          <p:cNvPr id="79" name="Text 77"/>
          <p:cNvSpPr/>
          <p:nvPr/>
        </p:nvSpPr>
        <p:spPr>
          <a:xfrm>
            <a:off x="704088" y="3088843"/>
            <a:ext cx="1578254" cy="230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황지영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2318918" y="2838298"/>
            <a:ext cx="1660550" cy="501091"/>
          </a:xfrm>
          <a:prstGeom prst="rect">
            <a:avLst/>
          </a:prstGeom>
          <a:solidFill>
            <a:srgbClr val="EEF3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Text 79"/>
          <p:cNvSpPr/>
          <p:nvPr/>
        </p:nvSpPr>
        <p:spPr>
          <a:xfrm>
            <a:off x="2356747" y="2865730"/>
            <a:ext cx="1594037" cy="250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E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영IB</a:t>
            </a:r>
            <a:endParaRPr lang="en-US" sz="1200" dirty="0"/>
          </a:p>
        </p:txBody>
      </p:sp>
      <p:sp>
        <p:nvSpPr>
          <p:cNvPr id="82" name="Text 80"/>
          <p:cNvSpPr/>
          <p:nvPr/>
        </p:nvSpPr>
        <p:spPr>
          <a:xfrm>
            <a:off x="2364638" y="3088843"/>
            <a:ext cx="1578254" cy="230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이정은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5644272" y="2342607"/>
            <a:ext cx="1578254" cy="250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E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D생명</a:t>
            </a:r>
            <a:endParaRPr lang="en-US" sz="1200" dirty="0"/>
          </a:p>
        </p:txBody>
      </p:sp>
      <p:sp>
        <p:nvSpPr>
          <p:cNvPr id="88" name="Text 86"/>
          <p:cNvSpPr/>
          <p:nvPr/>
        </p:nvSpPr>
        <p:spPr>
          <a:xfrm>
            <a:off x="5644272" y="2607795"/>
            <a:ext cx="1578254" cy="230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서정우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7300570" y="2838298"/>
            <a:ext cx="1660550" cy="501091"/>
          </a:xfrm>
          <a:prstGeom prst="rect">
            <a:avLst/>
          </a:prstGeom>
          <a:solidFill>
            <a:srgbClr val="EEF3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0" name="Text 88"/>
          <p:cNvSpPr/>
          <p:nvPr/>
        </p:nvSpPr>
        <p:spPr>
          <a:xfrm>
            <a:off x="7346290" y="2865730"/>
            <a:ext cx="1578254" cy="250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E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D생명</a:t>
            </a:r>
            <a:endParaRPr lang="en-US" sz="1200" dirty="0"/>
          </a:p>
        </p:txBody>
      </p:sp>
      <p:sp>
        <p:nvSpPr>
          <p:cNvPr id="91" name="Text 89"/>
          <p:cNvSpPr/>
          <p:nvPr/>
        </p:nvSpPr>
        <p:spPr>
          <a:xfrm>
            <a:off x="7346290" y="3088843"/>
            <a:ext cx="1578254" cy="230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서정우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182880" y="3339389"/>
            <a:ext cx="475488" cy="501091"/>
          </a:xfrm>
          <a:prstGeom prst="rect">
            <a:avLst/>
          </a:prstGeom>
          <a:solidFill>
            <a:srgbClr val="1B2E4B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3" name="Text 91"/>
          <p:cNvSpPr/>
          <p:nvPr/>
        </p:nvSpPr>
        <p:spPr>
          <a:xfrm>
            <a:off x="182880" y="3339389"/>
            <a:ext cx="475488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400" dirty="0"/>
          </a:p>
        </p:txBody>
      </p:sp>
      <p:sp>
        <p:nvSpPr>
          <p:cNvPr id="96" name="Text 94"/>
          <p:cNvSpPr/>
          <p:nvPr/>
        </p:nvSpPr>
        <p:spPr>
          <a:xfrm>
            <a:off x="740664" y="3366821"/>
            <a:ext cx="1541678" cy="250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D45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r>
              <a:rPr lang="ko-KR" altLang="en-US" sz="1200" b="1" dirty="0">
                <a:solidFill>
                  <a:srgbClr val="7D45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화학</a:t>
            </a:r>
            <a:endParaRPr lang="en-US" sz="1200" dirty="0"/>
          </a:p>
        </p:txBody>
      </p:sp>
      <p:sp>
        <p:nvSpPr>
          <p:cNvPr id="97" name="Text 95"/>
          <p:cNvSpPr/>
          <p:nvPr/>
        </p:nvSpPr>
        <p:spPr>
          <a:xfrm>
            <a:off x="740664" y="3589934"/>
            <a:ext cx="1541678" cy="230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dirty="0" err="1">
                <a:solidFill>
                  <a:srgbClr val="E8A020"/>
                </a:solidFill>
                <a:latin typeface="맑은 고딕" pitchFamily="34" charset="0"/>
                <a:ea typeface="맑은 고딕" pitchFamily="34" charset="-122"/>
              </a:rPr>
              <a:t>장보애</a:t>
            </a:r>
            <a:endParaRPr lang="en-US" sz="1000" dirty="0"/>
          </a:p>
        </p:txBody>
      </p:sp>
      <p:sp>
        <p:nvSpPr>
          <p:cNvPr id="98" name="Shape 96"/>
          <p:cNvSpPr/>
          <p:nvPr/>
        </p:nvSpPr>
        <p:spPr>
          <a:xfrm>
            <a:off x="2318918" y="3339389"/>
            <a:ext cx="1660550" cy="50109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99" name="Text 97"/>
          <p:cNvSpPr/>
          <p:nvPr/>
        </p:nvSpPr>
        <p:spPr>
          <a:xfrm>
            <a:off x="2364638" y="3366821"/>
            <a:ext cx="1578254" cy="250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/>
              <a:t>A</a:t>
            </a:r>
            <a:r>
              <a:rPr lang="ko-KR" altLang="en-US" sz="1200" dirty="0"/>
              <a:t>화학</a:t>
            </a:r>
            <a:endParaRPr lang="en-US" sz="1200" dirty="0"/>
          </a:p>
        </p:txBody>
      </p:sp>
      <p:sp>
        <p:nvSpPr>
          <p:cNvPr id="100" name="Text 98"/>
          <p:cNvSpPr/>
          <p:nvPr/>
        </p:nvSpPr>
        <p:spPr>
          <a:xfrm>
            <a:off x="2364638" y="3589934"/>
            <a:ext cx="1578254" cy="230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장보애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3979469" y="3842661"/>
            <a:ext cx="1660550" cy="50109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2" name="Shape 100"/>
          <p:cNvSpPr/>
          <p:nvPr/>
        </p:nvSpPr>
        <p:spPr>
          <a:xfrm>
            <a:off x="5640019" y="3339389"/>
            <a:ext cx="1660550" cy="50109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3" name="Text 101"/>
          <p:cNvSpPr/>
          <p:nvPr/>
        </p:nvSpPr>
        <p:spPr>
          <a:xfrm>
            <a:off x="5685739" y="3366821"/>
            <a:ext cx="1578254" cy="250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E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B화학</a:t>
            </a:r>
            <a:endParaRPr lang="en-US" sz="1200" dirty="0"/>
          </a:p>
        </p:txBody>
      </p:sp>
      <p:sp>
        <p:nvSpPr>
          <p:cNvPr id="104" name="Text 102"/>
          <p:cNvSpPr/>
          <p:nvPr/>
        </p:nvSpPr>
        <p:spPr>
          <a:xfrm>
            <a:off x="5685739" y="3589934"/>
            <a:ext cx="1578254" cy="230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장보애</a:t>
            </a:r>
            <a:endParaRPr lang="en-US" sz="1000" dirty="0"/>
          </a:p>
        </p:txBody>
      </p:sp>
      <p:sp>
        <p:nvSpPr>
          <p:cNvPr id="105" name="Shape 103"/>
          <p:cNvSpPr/>
          <p:nvPr/>
        </p:nvSpPr>
        <p:spPr>
          <a:xfrm>
            <a:off x="7300570" y="3339389"/>
            <a:ext cx="1660550" cy="501091"/>
          </a:xfrm>
          <a:prstGeom prst="rect">
            <a:avLst/>
          </a:prstGeom>
          <a:solidFill>
            <a:srgbClr val="E8F4E8"/>
          </a:solidFill>
          <a:ln w="9525">
            <a:solidFill>
              <a:srgbClr val="2BA8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6" name="Text 104"/>
          <p:cNvSpPr/>
          <p:nvPr/>
        </p:nvSpPr>
        <p:spPr>
          <a:xfrm>
            <a:off x="7346290" y="3366821"/>
            <a:ext cx="1578254" cy="250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A8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창체</a:t>
            </a:r>
            <a:endParaRPr lang="en-US" sz="1200" dirty="0"/>
          </a:p>
        </p:txBody>
      </p:sp>
      <p:sp>
        <p:nvSpPr>
          <p:cNvPr id="107" name="Shape 105"/>
          <p:cNvSpPr/>
          <p:nvPr/>
        </p:nvSpPr>
        <p:spPr>
          <a:xfrm>
            <a:off x="182880" y="3840480"/>
            <a:ext cx="475488" cy="501091"/>
          </a:xfrm>
          <a:prstGeom prst="rect">
            <a:avLst/>
          </a:prstGeom>
          <a:solidFill>
            <a:srgbClr val="1B2E4B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8" name="Text 106"/>
          <p:cNvSpPr/>
          <p:nvPr/>
        </p:nvSpPr>
        <p:spPr>
          <a:xfrm>
            <a:off x="182880" y="3840480"/>
            <a:ext cx="475488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400" dirty="0"/>
          </a:p>
        </p:txBody>
      </p:sp>
      <p:sp>
        <p:nvSpPr>
          <p:cNvPr id="109" name="Shape 107"/>
          <p:cNvSpPr/>
          <p:nvPr/>
        </p:nvSpPr>
        <p:spPr>
          <a:xfrm>
            <a:off x="658368" y="3840480"/>
            <a:ext cx="1660550" cy="501091"/>
          </a:xfrm>
          <a:prstGeom prst="rect">
            <a:avLst/>
          </a:prstGeom>
          <a:solidFill>
            <a:srgbClr val="FFF5DC"/>
          </a:solidFill>
          <a:ln w="9525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0" name="Shape 108"/>
          <p:cNvSpPr/>
          <p:nvPr/>
        </p:nvSpPr>
        <p:spPr>
          <a:xfrm>
            <a:off x="658368" y="3840480"/>
            <a:ext cx="50292" cy="501091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1" name="Text 109"/>
          <p:cNvSpPr/>
          <p:nvPr/>
        </p:nvSpPr>
        <p:spPr>
          <a:xfrm>
            <a:off x="740664" y="3867912"/>
            <a:ext cx="1541678" cy="250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D45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대수</a:t>
            </a:r>
            <a:endParaRPr lang="en-US" sz="1200" dirty="0"/>
          </a:p>
        </p:txBody>
      </p:sp>
      <p:sp>
        <p:nvSpPr>
          <p:cNvPr id="112" name="Text 110"/>
          <p:cNvSpPr/>
          <p:nvPr/>
        </p:nvSpPr>
        <p:spPr>
          <a:xfrm>
            <a:off x="740664" y="4091026"/>
            <a:ext cx="1541678" cy="230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A0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박도영</a:t>
            </a:r>
            <a:endParaRPr lang="en-US" sz="1000" dirty="0"/>
          </a:p>
        </p:txBody>
      </p:sp>
      <p:sp>
        <p:nvSpPr>
          <p:cNvPr id="113" name="Shape 111"/>
          <p:cNvSpPr/>
          <p:nvPr/>
        </p:nvSpPr>
        <p:spPr>
          <a:xfrm>
            <a:off x="2318918" y="3840480"/>
            <a:ext cx="1660550" cy="501091"/>
          </a:xfrm>
          <a:prstGeom prst="rect">
            <a:avLst/>
          </a:prstGeom>
          <a:solidFill>
            <a:srgbClr val="EEF3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4" name="Text 112"/>
          <p:cNvSpPr/>
          <p:nvPr/>
        </p:nvSpPr>
        <p:spPr>
          <a:xfrm>
            <a:off x="2364638" y="3867912"/>
            <a:ext cx="1578254" cy="250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E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B화학</a:t>
            </a:r>
            <a:endParaRPr lang="en-US" sz="1200" dirty="0"/>
          </a:p>
        </p:txBody>
      </p:sp>
      <p:sp>
        <p:nvSpPr>
          <p:cNvPr id="115" name="Text 113"/>
          <p:cNvSpPr/>
          <p:nvPr/>
        </p:nvSpPr>
        <p:spPr>
          <a:xfrm>
            <a:off x="2364638" y="4091026"/>
            <a:ext cx="1578254" cy="230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장보애</a:t>
            </a:r>
            <a:endParaRPr lang="en-US" sz="1000" dirty="0"/>
          </a:p>
        </p:txBody>
      </p:sp>
      <p:sp>
        <p:nvSpPr>
          <p:cNvPr id="120" name="Shape 118"/>
          <p:cNvSpPr/>
          <p:nvPr/>
        </p:nvSpPr>
        <p:spPr>
          <a:xfrm>
            <a:off x="5640019" y="3840480"/>
            <a:ext cx="1660550" cy="501091"/>
          </a:xfrm>
          <a:prstGeom prst="rect">
            <a:avLst/>
          </a:prstGeom>
          <a:solidFill>
            <a:srgbClr val="EEF3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1" name="Text 119"/>
          <p:cNvSpPr/>
          <p:nvPr/>
        </p:nvSpPr>
        <p:spPr>
          <a:xfrm>
            <a:off x="5685739" y="3867912"/>
            <a:ext cx="1578254" cy="250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E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C문학B</a:t>
            </a:r>
            <a:endParaRPr lang="en-US" sz="1200" dirty="0"/>
          </a:p>
        </p:txBody>
      </p:sp>
      <p:sp>
        <p:nvSpPr>
          <p:cNvPr id="122" name="Text 120"/>
          <p:cNvSpPr/>
          <p:nvPr/>
        </p:nvSpPr>
        <p:spPr>
          <a:xfrm>
            <a:off x="5685739" y="4091026"/>
            <a:ext cx="1578254" cy="230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김열애</a:t>
            </a:r>
            <a:endParaRPr lang="en-US" sz="1000" dirty="0"/>
          </a:p>
        </p:txBody>
      </p:sp>
      <p:sp>
        <p:nvSpPr>
          <p:cNvPr id="123" name="Shape 121"/>
          <p:cNvSpPr/>
          <p:nvPr/>
        </p:nvSpPr>
        <p:spPr>
          <a:xfrm>
            <a:off x="7300570" y="3840480"/>
            <a:ext cx="1660550" cy="501091"/>
          </a:xfrm>
          <a:prstGeom prst="rect">
            <a:avLst/>
          </a:prstGeom>
          <a:solidFill>
            <a:srgbClr val="E8F4E8"/>
          </a:solidFill>
          <a:ln w="9525">
            <a:solidFill>
              <a:srgbClr val="2BA8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4" name="Text 122"/>
          <p:cNvSpPr/>
          <p:nvPr/>
        </p:nvSpPr>
        <p:spPr>
          <a:xfrm>
            <a:off x="7346290" y="3867912"/>
            <a:ext cx="1578254" cy="250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A8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창체</a:t>
            </a:r>
            <a:endParaRPr lang="en-US" sz="1200" dirty="0"/>
          </a:p>
        </p:txBody>
      </p:sp>
      <p:sp>
        <p:nvSpPr>
          <p:cNvPr id="125" name="Shape 123"/>
          <p:cNvSpPr/>
          <p:nvPr/>
        </p:nvSpPr>
        <p:spPr>
          <a:xfrm>
            <a:off x="182880" y="4341571"/>
            <a:ext cx="475488" cy="501091"/>
          </a:xfrm>
          <a:prstGeom prst="rect">
            <a:avLst/>
          </a:prstGeom>
          <a:solidFill>
            <a:srgbClr val="1B2E4B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6" name="Text 124"/>
          <p:cNvSpPr/>
          <p:nvPr/>
        </p:nvSpPr>
        <p:spPr>
          <a:xfrm>
            <a:off x="182880" y="4341571"/>
            <a:ext cx="475488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400" dirty="0"/>
          </a:p>
        </p:txBody>
      </p:sp>
      <p:sp>
        <p:nvSpPr>
          <p:cNvPr id="127" name="Shape 125"/>
          <p:cNvSpPr/>
          <p:nvPr/>
        </p:nvSpPr>
        <p:spPr>
          <a:xfrm>
            <a:off x="658368" y="4341571"/>
            <a:ext cx="1660550" cy="50109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8" name="Shape 126"/>
          <p:cNvSpPr/>
          <p:nvPr/>
        </p:nvSpPr>
        <p:spPr>
          <a:xfrm>
            <a:off x="2318918" y="4341571"/>
            <a:ext cx="1660550" cy="501091"/>
          </a:xfrm>
          <a:prstGeom prst="rect">
            <a:avLst/>
          </a:prstGeom>
          <a:solidFill>
            <a:srgbClr val="FFF5DC"/>
          </a:solidFill>
          <a:ln w="9525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9" name="Shape 127"/>
          <p:cNvSpPr/>
          <p:nvPr/>
        </p:nvSpPr>
        <p:spPr>
          <a:xfrm>
            <a:off x="2318918" y="4341571"/>
            <a:ext cx="50292" cy="501091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0" name="Text 128"/>
          <p:cNvSpPr/>
          <p:nvPr/>
        </p:nvSpPr>
        <p:spPr>
          <a:xfrm>
            <a:off x="2401214" y="4369003"/>
            <a:ext cx="1541678" cy="250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D45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대수</a:t>
            </a:r>
            <a:endParaRPr lang="en-US" sz="1200" dirty="0"/>
          </a:p>
        </p:txBody>
      </p:sp>
      <p:sp>
        <p:nvSpPr>
          <p:cNvPr id="131" name="Text 129"/>
          <p:cNvSpPr/>
          <p:nvPr/>
        </p:nvSpPr>
        <p:spPr>
          <a:xfrm>
            <a:off x="2401214" y="4592117"/>
            <a:ext cx="1541678" cy="230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A0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박도영</a:t>
            </a:r>
            <a:endParaRPr lang="en-US" sz="1000" dirty="0"/>
          </a:p>
        </p:txBody>
      </p:sp>
      <p:sp>
        <p:nvSpPr>
          <p:cNvPr id="132" name="Shape 130"/>
          <p:cNvSpPr/>
          <p:nvPr/>
        </p:nvSpPr>
        <p:spPr>
          <a:xfrm>
            <a:off x="3979469" y="4844843"/>
            <a:ext cx="1660550" cy="50109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3" name="Shape 131"/>
          <p:cNvSpPr/>
          <p:nvPr/>
        </p:nvSpPr>
        <p:spPr>
          <a:xfrm>
            <a:off x="5640019" y="4341571"/>
            <a:ext cx="1660550" cy="501091"/>
          </a:xfrm>
          <a:prstGeom prst="rect">
            <a:avLst/>
          </a:prstGeom>
          <a:solidFill>
            <a:srgbClr val="FFF5DC"/>
          </a:solidFill>
          <a:ln w="9525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4" name="Shape 132"/>
          <p:cNvSpPr/>
          <p:nvPr/>
        </p:nvSpPr>
        <p:spPr>
          <a:xfrm>
            <a:off x="5640019" y="4844843"/>
            <a:ext cx="50292" cy="501091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5" name="Text 133"/>
          <p:cNvSpPr/>
          <p:nvPr/>
        </p:nvSpPr>
        <p:spPr>
          <a:xfrm>
            <a:off x="5722315" y="4369003"/>
            <a:ext cx="1541678" cy="250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D45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대수</a:t>
            </a:r>
            <a:endParaRPr lang="en-US" sz="1200" dirty="0"/>
          </a:p>
        </p:txBody>
      </p:sp>
      <p:sp>
        <p:nvSpPr>
          <p:cNvPr id="136" name="Text 134"/>
          <p:cNvSpPr/>
          <p:nvPr/>
        </p:nvSpPr>
        <p:spPr>
          <a:xfrm>
            <a:off x="5722315" y="4592117"/>
            <a:ext cx="1541678" cy="230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A0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박도영</a:t>
            </a:r>
            <a:endParaRPr lang="en-US" sz="1000" dirty="0"/>
          </a:p>
        </p:txBody>
      </p:sp>
      <p:sp>
        <p:nvSpPr>
          <p:cNvPr id="137" name="Shape 135"/>
          <p:cNvSpPr/>
          <p:nvPr/>
        </p:nvSpPr>
        <p:spPr>
          <a:xfrm>
            <a:off x="7300570" y="4341571"/>
            <a:ext cx="1660550" cy="50109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8" name="Shape 136"/>
          <p:cNvSpPr/>
          <p:nvPr/>
        </p:nvSpPr>
        <p:spPr>
          <a:xfrm>
            <a:off x="182880" y="932688"/>
            <a:ext cx="8778240" cy="3909974"/>
          </a:xfrm>
          <a:prstGeom prst="rect">
            <a:avLst/>
          </a:prstGeom>
          <a:ln w="1524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9" name="Text 137"/>
          <p:cNvSpPr/>
          <p:nvPr/>
        </p:nvSpPr>
        <p:spPr>
          <a:xfrm>
            <a:off x="182880" y="4919472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선택 과목 개인 시간표는 리로스쿨에서 확인하세요!</a:t>
            </a:r>
            <a:endParaRPr lang="en-US" sz="1050" dirty="0"/>
          </a:p>
        </p:txBody>
      </p:sp>
      <p:sp>
        <p:nvSpPr>
          <p:cNvPr id="141" name="Text 85">
            <a:extLst>
              <a:ext uri="{FF2B5EF4-FFF2-40B4-BE49-F238E27FC236}">
                <a16:creationId xmlns:a16="http://schemas.microsoft.com/office/drawing/2014/main" id="{84725C73-D823-185C-6420-570B65DFBE0D}"/>
              </a:ext>
            </a:extLst>
          </p:cNvPr>
          <p:cNvSpPr/>
          <p:nvPr/>
        </p:nvSpPr>
        <p:spPr>
          <a:xfrm>
            <a:off x="4004615" y="3369002"/>
            <a:ext cx="1578254" cy="250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E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D생명</a:t>
            </a:r>
            <a:endParaRPr lang="en-US" sz="1200" dirty="0"/>
          </a:p>
        </p:txBody>
      </p:sp>
      <p:sp>
        <p:nvSpPr>
          <p:cNvPr id="142" name="Text 86">
            <a:extLst>
              <a:ext uri="{FF2B5EF4-FFF2-40B4-BE49-F238E27FC236}">
                <a16:creationId xmlns:a16="http://schemas.microsoft.com/office/drawing/2014/main" id="{90722C43-BACF-DDF8-D04A-CCE45B748AE3}"/>
              </a:ext>
            </a:extLst>
          </p:cNvPr>
          <p:cNvSpPr/>
          <p:nvPr/>
        </p:nvSpPr>
        <p:spPr>
          <a:xfrm>
            <a:off x="4004615" y="3592115"/>
            <a:ext cx="1578254" cy="230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서정우</a:t>
            </a:r>
            <a:endParaRPr lang="en-US" sz="1000" dirty="0"/>
          </a:p>
        </p:txBody>
      </p:sp>
      <p:sp>
        <p:nvSpPr>
          <p:cNvPr id="143" name="Shape 96">
            <a:extLst>
              <a:ext uri="{FF2B5EF4-FFF2-40B4-BE49-F238E27FC236}">
                <a16:creationId xmlns:a16="http://schemas.microsoft.com/office/drawing/2014/main" id="{6DBEAD37-0893-9C1B-D47D-459B689D9592}"/>
              </a:ext>
            </a:extLst>
          </p:cNvPr>
          <p:cNvSpPr/>
          <p:nvPr/>
        </p:nvSpPr>
        <p:spPr>
          <a:xfrm>
            <a:off x="3942893" y="3842661"/>
            <a:ext cx="1660550" cy="50109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44" name="Text 98">
            <a:extLst>
              <a:ext uri="{FF2B5EF4-FFF2-40B4-BE49-F238E27FC236}">
                <a16:creationId xmlns:a16="http://schemas.microsoft.com/office/drawing/2014/main" id="{30110A2F-6838-3DE8-50AB-C49455CBDFEA}"/>
              </a:ext>
            </a:extLst>
          </p:cNvPr>
          <p:cNvSpPr/>
          <p:nvPr/>
        </p:nvSpPr>
        <p:spPr>
          <a:xfrm>
            <a:off x="3988613" y="4093206"/>
            <a:ext cx="1578254" cy="230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장보애</a:t>
            </a:r>
            <a:endParaRPr lang="en-US" sz="1000" dirty="0"/>
          </a:p>
        </p:txBody>
      </p:sp>
      <p:sp>
        <p:nvSpPr>
          <p:cNvPr id="145" name="Text 97">
            <a:extLst>
              <a:ext uri="{FF2B5EF4-FFF2-40B4-BE49-F238E27FC236}">
                <a16:creationId xmlns:a16="http://schemas.microsoft.com/office/drawing/2014/main" id="{8C0ED662-B4A8-9E45-DEF3-2D2CABE8975B}"/>
              </a:ext>
            </a:extLst>
          </p:cNvPr>
          <p:cNvSpPr/>
          <p:nvPr/>
        </p:nvSpPr>
        <p:spPr>
          <a:xfrm>
            <a:off x="3988613" y="3870093"/>
            <a:ext cx="1578254" cy="250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/>
              <a:t>A</a:t>
            </a:r>
            <a:r>
              <a:rPr lang="ko-KR" altLang="en-US" sz="1200" dirty="0"/>
              <a:t>화학</a:t>
            </a:r>
            <a:endParaRPr lang="en-US" sz="1200" dirty="0"/>
          </a:p>
        </p:txBody>
      </p:sp>
      <p:sp>
        <p:nvSpPr>
          <p:cNvPr id="146" name="Shape 78">
            <a:extLst>
              <a:ext uri="{FF2B5EF4-FFF2-40B4-BE49-F238E27FC236}">
                <a16:creationId xmlns:a16="http://schemas.microsoft.com/office/drawing/2014/main" id="{B5DE6EE9-8417-DAD9-421A-CD5413D48986}"/>
              </a:ext>
            </a:extLst>
          </p:cNvPr>
          <p:cNvSpPr/>
          <p:nvPr/>
        </p:nvSpPr>
        <p:spPr>
          <a:xfrm>
            <a:off x="3988613" y="2838298"/>
            <a:ext cx="1660550" cy="501091"/>
          </a:xfrm>
          <a:prstGeom prst="rect">
            <a:avLst/>
          </a:prstGeom>
          <a:solidFill>
            <a:srgbClr val="EEF3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7" name="Text 79">
            <a:extLst>
              <a:ext uri="{FF2B5EF4-FFF2-40B4-BE49-F238E27FC236}">
                <a16:creationId xmlns:a16="http://schemas.microsoft.com/office/drawing/2014/main" id="{66EC7280-AA25-2B1E-FDC3-96FDBA61D299}"/>
              </a:ext>
            </a:extLst>
          </p:cNvPr>
          <p:cNvSpPr/>
          <p:nvPr/>
        </p:nvSpPr>
        <p:spPr>
          <a:xfrm>
            <a:off x="4026442" y="2865730"/>
            <a:ext cx="1594037" cy="250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E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영IB</a:t>
            </a:r>
            <a:endParaRPr lang="en-US" sz="1200" dirty="0"/>
          </a:p>
        </p:txBody>
      </p:sp>
      <p:sp>
        <p:nvSpPr>
          <p:cNvPr id="148" name="Shape 78">
            <a:extLst>
              <a:ext uri="{FF2B5EF4-FFF2-40B4-BE49-F238E27FC236}">
                <a16:creationId xmlns:a16="http://schemas.microsoft.com/office/drawing/2014/main" id="{702FFFC9-FF5D-33DA-D75B-4A1FEE797534}"/>
              </a:ext>
            </a:extLst>
          </p:cNvPr>
          <p:cNvSpPr/>
          <p:nvPr/>
        </p:nvSpPr>
        <p:spPr>
          <a:xfrm>
            <a:off x="3906317" y="2838298"/>
            <a:ext cx="1660550" cy="501091"/>
          </a:xfrm>
          <a:prstGeom prst="rect">
            <a:avLst/>
          </a:prstGeom>
          <a:solidFill>
            <a:srgbClr val="EEF3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9" name="Text 80">
            <a:extLst>
              <a:ext uri="{FF2B5EF4-FFF2-40B4-BE49-F238E27FC236}">
                <a16:creationId xmlns:a16="http://schemas.microsoft.com/office/drawing/2014/main" id="{6E90AACC-3F4F-6446-733B-61F6F8B73B75}"/>
              </a:ext>
            </a:extLst>
          </p:cNvPr>
          <p:cNvSpPr/>
          <p:nvPr/>
        </p:nvSpPr>
        <p:spPr>
          <a:xfrm>
            <a:off x="3952037" y="3088843"/>
            <a:ext cx="1578254" cy="230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이정은</a:t>
            </a:r>
            <a:endParaRPr lang="en-US" sz="1000" dirty="0"/>
          </a:p>
        </p:txBody>
      </p:sp>
      <p:sp>
        <p:nvSpPr>
          <p:cNvPr id="151" name="Text 79">
            <a:extLst>
              <a:ext uri="{FF2B5EF4-FFF2-40B4-BE49-F238E27FC236}">
                <a16:creationId xmlns:a16="http://schemas.microsoft.com/office/drawing/2014/main" id="{7C0EA1C0-3628-0878-D80C-319822AE2524}"/>
              </a:ext>
            </a:extLst>
          </p:cNvPr>
          <p:cNvSpPr/>
          <p:nvPr/>
        </p:nvSpPr>
        <p:spPr>
          <a:xfrm>
            <a:off x="3967005" y="2865730"/>
            <a:ext cx="1594037" cy="250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E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영IB</a:t>
            </a:r>
            <a:endParaRPr lang="en-US" sz="1200" dirty="0"/>
          </a:p>
        </p:txBody>
      </p:sp>
      <p:sp>
        <p:nvSpPr>
          <p:cNvPr id="152" name="Shape 70">
            <a:extLst>
              <a:ext uri="{FF2B5EF4-FFF2-40B4-BE49-F238E27FC236}">
                <a16:creationId xmlns:a16="http://schemas.microsoft.com/office/drawing/2014/main" id="{1C1C8DD5-8BCD-98DE-3BED-4E1EEAD06F26}"/>
              </a:ext>
            </a:extLst>
          </p:cNvPr>
          <p:cNvSpPr/>
          <p:nvPr/>
        </p:nvSpPr>
        <p:spPr>
          <a:xfrm>
            <a:off x="5685739" y="2852939"/>
            <a:ext cx="1660550" cy="50109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3" name="Text 71">
            <a:extLst>
              <a:ext uri="{FF2B5EF4-FFF2-40B4-BE49-F238E27FC236}">
                <a16:creationId xmlns:a16="http://schemas.microsoft.com/office/drawing/2014/main" id="{9F8F6F37-4DCE-2C51-C651-8106776BA732}"/>
              </a:ext>
            </a:extLst>
          </p:cNvPr>
          <p:cNvSpPr/>
          <p:nvPr/>
        </p:nvSpPr>
        <p:spPr>
          <a:xfrm>
            <a:off x="5731459" y="2880371"/>
            <a:ext cx="1578254" cy="250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E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미술</a:t>
            </a:r>
            <a:endParaRPr lang="en-US" sz="1200" dirty="0"/>
          </a:p>
        </p:txBody>
      </p:sp>
      <p:sp>
        <p:nvSpPr>
          <p:cNvPr id="154" name="Text 72">
            <a:extLst>
              <a:ext uri="{FF2B5EF4-FFF2-40B4-BE49-F238E27FC236}">
                <a16:creationId xmlns:a16="http://schemas.microsoft.com/office/drawing/2014/main" id="{E0EB4045-4166-6BD8-483A-C94053990D49}"/>
              </a:ext>
            </a:extLst>
          </p:cNvPr>
          <p:cNvSpPr/>
          <p:nvPr/>
        </p:nvSpPr>
        <p:spPr>
          <a:xfrm>
            <a:off x="5731459" y="3103485"/>
            <a:ext cx="1578254" cy="230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서희동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1069848"/>
            <a:ext cx="9144000" cy="73152"/>
          </a:xfrm>
          <a:prstGeom prst="rect">
            <a:avLst/>
          </a:prstGeom>
          <a:solidFill>
            <a:srgbClr val="2563C8"/>
          </a:solidFill>
          <a:ln w="12700">
            <a:solidFill>
              <a:srgbClr val="256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교사 개인 시간표  —  박도영  (2026)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347472" y="749808"/>
            <a:ext cx="146304" cy="146304"/>
          </a:xfrm>
          <a:prstGeom prst="rect">
            <a:avLst/>
          </a:prstGeom>
          <a:solidFill>
            <a:srgbClr val="FFF5DC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48640" y="749808"/>
            <a:ext cx="2121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A8C4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2-7반 대수 (우리 반)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24912" y="749808"/>
            <a:ext cx="146304" cy="146304"/>
          </a:xfrm>
          <a:prstGeom prst="rect">
            <a:avLst/>
          </a:prstGeom>
          <a:solidFill>
            <a:srgbClr val="E8F2FF"/>
          </a:solidFill>
          <a:ln w="12700">
            <a:solidFill>
              <a:srgbClr val="256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926080" y="749808"/>
            <a:ext cx="1572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A8C4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 반 대수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53712" y="749808"/>
            <a:ext cx="146304" cy="146304"/>
          </a:xfrm>
          <a:prstGeom prst="rect">
            <a:avLst/>
          </a:prstGeom>
          <a:solidFill>
            <a:srgbClr val="EDFFF0"/>
          </a:solidFill>
          <a:ln w="12700">
            <a:solidFill>
              <a:srgbClr val="3DAA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754880" y="749808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A8C4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논술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833872" y="749808"/>
            <a:ext cx="146304" cy="146304"/>
          </a:xfrm>
          <a:prstGeom prst="rect">
            <a:avLst/>
          </a:prstGeom>
          <a:solidFill>
            <a:srgbClr val="E8F4E8"/>
          </a:solidFill>
          <a:ln w="12700">
            <a:solidFill>
              <a:srgbClr val="2BA8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035040" y="749808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A8C4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창체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82880" y="1188720"/>
            <a:ext cx="475488" cy="402336"/>
          </a:xfrm>
          <a:prstGeom prst="rect">
            <a:avLst/>
          </a:prstGeom>
          <a:solidFill>
            <a:srgbClr val="1B2E4B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82880" y="1188720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교시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58368" y="1188720"/>
            <a:ext cx="1660550" cy="402336"/>
          </a:xfrm>
          <a:prstGeom prst="rect">
            <a:avLst/>
          </a:prstGeom>
          <a:solidFill>
            <a:srgbClr val="2563C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58368" y="1188720"/>
            <a:ext cx="16605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318918" y="1188720"/>
            <a:ext cx="1660550" cy="402336"/>
          </a:xfrm>
          <a:prstGeom prst="rect">
            <a:avLst/>
          </a:prstGeom>
          <a:solidFill>
            <a:srgbClr val="2177B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2318918" y="1188720"/>
            <a:ext cx="16605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979469" y="1188720"/>
            <a:ext cx="1660550" cy="402336"/>
          </a:xfrm>
          <a:prstGeom prst="rect">
            <a:avLst/>
          </a:prstGeom>
          <a:solidFill>
            <a:srgbClr val="2563C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3979469" y="1188720"/>
            <a:ext cx="16605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640019" y="1188720"/>
            <a:ext cx="1660550" cy="402336"/>
          </a:xfrm>
          <a:prstGeom prst="rect">
            <a:avLst/>
          </a:prstGeom>
          <a:solidFill>
            <a:srgbClr val="2177B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640019" y="1188720"/>
            <a:ext cx="16605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300570" y="1188720"/>
            <a:ext cx="1660550" cy="402336"/>
          </a:xfrm>
          <a:prstGeom prst="rect">
            <a:avLst/>
          </a:prstGeom>
          <a:solidFill>
            <a:srgbClr val="2563C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7300570" y="1188720"/>
            <a:ext cx="16605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82880" y="1591056"/>
            <a:ext cx="475488" cy="475488"/>
          </a:xfrm>
          <a:prstGeom prst="rect">
            <a:avLst/>
          </a:prstGeom>
          <a:solidFill>
            <a:srgbClr val="1B2E4B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182880" y="15910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58368" y="1591056"/>
            <a:ext cx="166055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2318918" y="1591056"/>
            <a:ext cx="1660550" cy="475488"/>
          </a:xfrm>
          <a:prstGeom prst="rect">
            <a:avLst/>
          </a:prstGeom>
          <a:solidFill>
            <a:srgbClr val="E8F2FF"/>
          </a:solidFill>
          <a:ln w="9525">
            <a:solidFill>
              <a:srgbClr val="256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2364638" y="1662379"/>
            <a:ext cx="1578254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4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대수 2-6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979469" y="1591056"/>
            <a:ext cx="166055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5640019" y="1591056"/>
            <a:ext cx="166055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7300570" y="1591056"/>
            <a:ext cx="1660550" cy="475488"/>
          </a:xfrm>
          <a:prstGeom prst="rect">
            <a:avLst/>
          </a:prstGeom>
          <a:solidFill>
            <a:srgbClr val="EDFFF0"/>
          </a:solidFill>
          <a:ln w="9525">
            <a:solidFill>
              <a:srgbClr val="3DAA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7346290" y="1662379"/>
            <a:ext cx="1578254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6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논술D 3-6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82880" y="2066544"/>
            <a:ext cx="475488" cy="475488"/>
          </a:xfrm>
          <a:prstGeom prst="rect">
            <a:avLst/>
          </a:prstGeom>
          <a:solidFill>
            <a:srgbClr val="1B2E4B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182880" y="20665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58368" y="2066544"/>
            <a:ext cx="1660550" cy="475488"/>
          </a:xfrm>
          <a:prstGeom prst="rect">
            <a:avLst/>
          </a:prstGeom>
          <a:solidFill>
            <a:srgbClr val="E8F2FF"/>
          </a:solidFill>
          <a:ln w="9525">
            <a:solidFill>
              <a:srgbClr val="256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704088" y="2137867"/>
            <a:ext cx="1578254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4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대수 2-8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318918" y="2066544"/>
            <a:ext cx="1660550" cy="475488"/>
          </a:xfrm>
          <a:prstGeom prst="rect">
            <a:avLst/>
          </a:prstGeom>
          <a:solidFill>
            <a:srgbClr val="E8F2FF"/>
          </a:solidFill>
          <a:ln w="9525">
            <a:solidFill>
              <a:srgbClr val="256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2364638" y="2137867"/>
            <a:ext cx="1578254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4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대수 2-8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979469" y="2066544"/>
            <a:ext cx="1660550" cy="475488"/>
          </a:xfrm>
          <a:prstGeom prst="rect">
            <a:avLst/>
          </a:prstGeom>
          <a:solidFill>
            <a:srgbClr val="FFF5DC"/>
          </a:solidFill>
          <a:ln w="9525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3979469" y="2066544"/>
            <a:ext cx="50292" cy="47548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4061765" y="2137867"/>
            <a:ext cx="1541678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D45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대수 2-7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640019" y="2066544"/>
            <a:ext cx="1660550" cy="475488"/>
          </a:xfrm>
          <a:prstGeom prst="rect">
            <a:avLst/>
          </a:prstGeom>
          <a:solidFill>
            <a:srgbClr val="E8F2FF"/>
          </a:solidFill>
          <a:ln w="9525">
            <a:solidFill>
              <a:srgbClr val="256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5685739" y="2137867"/>
            <a:ext cx="1578254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4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대수 2-6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7300570" y="2066544"/>
            <a:ext cx="1660550" cy="475488"/>
          </a:xfrm>
          <a:prstGeom prst="rect">
            <a:avLst/>
          </a:prstGeom>
          <a:solidFill>
            <a:srgbClr val="E8F2FF"/>
          </a:solidFill>
          <a:ln w="9525">
            <a:solidFill>
              <a:srgbClr val="256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7346290" y="2137867"/>
            <a:ext cx="1578254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4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대수 2-6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182880" y="2542032"/>
            <a:ext cx="475488" cy="475488"/>
          </a:xfrm>
          <a:prstGeom prst="rect">
            <a:avLst/>
          </a:prstGeom>
          <a:solidFill>
            <a:srgbClr val="1B2E4B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182880" y="2542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658368" y="2542032"/>
            <a:ext cx="1660550" cy="475488"/>
          </a:xfrm>
          <a:prstGeom prst="rect">
            <a:avLst/>
          </a:prstGeom>
          <a:solidFill>
            <a:srgbClr val="EDFFF0"/>
          </a:solidFill>
          <a:ln w="9525">
            <a:solidFill>
              <a:srgbClr val="3DAA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704088" y="2613355"/>
            <a:ext cx="1578254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6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논술C 3-7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2318918" y="2542032"/>
            <a:ext cx="166055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7300570" y="2542032"/>
            <a:ext cx="1660550" cy="475488"/>
          </a:xfrm>
          <a:prstGeom prst="rect">
            <a:avLst/>
          </a:prstGeom>
          <a:solidFill>
            <a:srgbClr val="EDFFF0"/>
          </a:solidFill>
          <a:ln w="9525">
            <a:solidFill>
              <a:srgbClr val="3DAA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7"/>
          <p:cNvSpPr/>
          <p:nvPr/>
        </p:nvSpPr>
        <p:spPr>
          <a:xfrm>
            <a:off x="7346290" y="2613355"/>
            <a:ext cx="1578254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6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논술B 3-6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182880" y="3017520"/>
            <a:ext cx="475488" cy="475488"/>
          </a:xfrm>
          <a:prstGeom prst="rect">
            <a:avLst/>
          </a:prstGeom>
          <a:solidFill>
            <a:srgbClr val="1B2E4B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9"/>
          <p:cNvSpPr/>
          <p:nvPr/>
        </p:nvSpPr>
        <p:spPr>
          <a:xfrm>
            <a:off x="182880" y="30175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400" dirty="0"/>
          </a:p>
        </p:txBody>
      </p:sp>
      <p:sp>
        <p:nvSpPr>
          <p:cNvPr id="62" name="Shape 60"/>
          <p:cNvSpPr/>
          <p:nvPr/>
        </p:nvSpPr>
        <p:spPr>
          <a:xfrm>
            <a:off x="658368" y="3017520"/>
            <a:ext cx="1660550" cy="475488"/>
          </a:xfrm>
          <a:prstGeom prst="rect">
            <a:avLst/>
          </a:prstGeom>
          <a:solidFill>
            <a:srgbClr val="E8F2FF"/>
          </a:solidFill>
          <a:ln w="9525">
            <a:solidFill>
              <a:srgbClr val="256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1"/>
          <p:cNvSpPr/>
          <p:nvPr/>
        </p:nvSpPr>
        <p:spPr>
          <a:xfrm>
            <a:off x="704088" y="3088843"/>
            <a:ext cx="1578254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4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대수 2-6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2318918" y="3017520"/>
            <a:ext cx="1660550" cy="475488"/>
          </a:xfrm>
          <a:prstGeom prst="rect">
            <a:avLst/>
          </a:prstGeom>
          <a:solidFill>
            <a:srgbClr val="EEF3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>
            <a:off x="3979469" y="3017520"/>
            <a:ext cx="1660550" cy="475488"/>
          </a:xfrm>
          <a:prstGeom prst="rect">
            <a:avLst/>
          </a:prstGeom>
          <a:solidFill>
            <a:srgbClr val="E8F2FF"/>
          </a:solidFill>
          <a:ln w="9525">
            <a:solidFill>
              <a:srgbClr val="256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4"/>
          <p:cNvSpPr/>
          <p:nvPr/>
        </p:nvSpPr>
        <p:spPr>
          <a:xfrm>
            <a:off x="4025189" y="3088843"/>
            <a:ext cx="1578254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4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대수 2-8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5640019" y="3017520"/>
            <a:ext cx="1660550" cy="475488"/>
          </a:xfrm>
          <a:prstGeom prst="rect">
            <a:avLst/>
          </a:prstGeom>
          <a:solidFill>
            <a:srgbClr val="E8F2FF"/>
          </a:solidFill>
          <a:ln w="9525">
            <a:solidFill>
              <a:srgbClr val="256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Text 66"/>
          <p:cNvSpPr/>
          <p:nvPr/>
        </p:nvSpPr>
        <p:spPr>
          <a:xfrm>
            <a:off x="5685739" y="3088843"/>
            <a:ext cx="1578254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4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대수 2-8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7300570" y="3017520"/>
            <a:ext cx="1660550" cy="475488"/>
          </a:xfrm>
          <a:prstGeom prst="rect">
            <a:avLst/>
          </a:prstGeom>
          <a:solidFill>
            <a:srgbClr val="EEF3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68"/>
          <p:cNvSpPr/>
          <p:nvPr/>
        </p:nvSpPr>
        <p:spPr>
          <a:xfrm>
            <a:off x="182880" y="3493008"/>
            <a:ext cx="475488" cy="475488"/>
          </a:xfrm>
          <a:prstGeom prst="rect">
            <a:avLst/>
          </a:prstGeom>
          <a:solidFill>
            <a:srgbClr val="1B2E4B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Text 69"/>
          <p:cNvSpPr/>
          <p:nvPr/>
        </p:nvSpPr>
        <p:spPr>
          <a:xfrm>
            <a:off x="182880" y="34930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400" dirty="0"/>
          </a:p>
        </p:txBody>
      </p:sp>
      <p:sp>
        <p:nvSpPr>
          <p:cNvPr id="75" name="Shape 73"/>
          <p:cNvSpPr/>
          <p:nvPr/>
        </p:nvSpPr>
        <p:spPr>
          <a:xfrm>
            <a:off x="2318918" y="3493008"/>
            <a:ext cx="1660550" cy="475488"/>
          </a:xfrm>
          <a:prstGeom prst="rect">
            <a:avLst/>
          </a:prstGeom>
          <a:solidFill>
            <a:srgbClr val="EDFFF0"/>
          </a:solidFill>
          <a:ln w="9525">
            <a:solidFill>
              <a:srgbClr val="3DAA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Text 74"/>
          <p:cNvSpPr/>
          <p:nvPr/>
        </p:nvSpPr>
        <p:spPr>
          <a:xfrm>
            <a:off x="2364638" y="3564331"/>
            <a:ext cx="1578254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6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논술A 3-9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3979469" y="3493008"/>
            <a:ext cx="166055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76"/>
          <p:cNvSpPr/>
          <p:nvPr/>
        </p:nvSpPr>
        <p:spPr>
          <a:xfrm>
            <a:off x="5640019" y="3493008"/>
            <a:ext cx="166055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Shape 77"/>
          <p:cNvSpPr/>
          <p:nvPr/>
        </p:nvSpPr>
        <p:spPr>
          <a:xfrm>
            <a:off x="7300570" y="3493008"/>
            <a:ext cx="1660550" cy="475488"/>
          </a:xfrm>
          <a:prstGeom prst="rect">
            <a:avLst/>
          </a:prstGeom>
          <a:solidFill>
            <a:srgbClr val="E8F4E8"/>
          </a:solidFill>
          <a:ln w="9525">
            <a:solidFill>
              <a:srgbClr val="2BA8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" name="Text 78"/>
          <p:cNvSpPr/>
          <p:nvPr/>
        </p:nvSpPr>
        <p:spPr>
          <a:xfrm>
            <a:off x="7346290" y="3564331"/>
            <a:ext cx="1578254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A8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창체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182880" y="3968496"/>
            <a:ext cx="475488" cy="475488"/>
          </a:xfrm>
          <a:prstGeom prst="rect">
            <a:avLst/>
          </a:prstGeom>
          <a:solidFill>
            <a:srgbClr val="1B2E4B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Text 80"/>
          <p:cNvSpPr/>
          <p:nvPr/>
        </p:nvSpPr>
        <p:spPr>
          <a:xfrm>
            <a:off x="182880" y="39684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400" dirty="0"/>
          </a:p>
        </p:txBody>
      </p:sp>
      <p:sp>
        <p:nvSpPr>
          <p:cNvPr id="83" name="Shape 81"/>
          <p:cNvSpPr/>
          <p:nvPr/>
        </p:nvSpPr>
        <p:spPr>
          <a:xfrm>
            <a:off x="658368" y="3968496"/>
            <a:ext cx="1660550" cy="475488"/>
          </a:xfrm>
          <a:prstGeom prst="rect">
            <a:avLst/>
          </a:prstGeom>
          <a:solidFill>
            <a:srgbClr val="FFF5DC"/>
          </a:solidFill>
          <a:ln w="9525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4" name="Shape 82"/>
          <p:cNvSpPr/>
          <p:nvPr/>
        </p:nvSpPr>
        <p:spPr>
          <a:xfrm>
            <a:off x="658368" y="3968496"/>
            <a:ext cx="50292" cy="47548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5" name="Text 83"/>
          <p:cNvSpPr/>
          <p:nvPr/>
        </p:nvSpPr>
        <p:spPr>
          <a:xfrm>
            <a:off x="740664" y="4039819"/>
            <a:ext cx="1541678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D45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대수 2-7</a:t>
            </a:r>
            <a:endParaRPr lang="en-US" sz="1200" dirty="0"/>
          </a:p>
        </p:txBody>
      </p:sp>
      <p:sp>
        <p:nvSpPr>
          <p:cNvPr id="86" name="Shape 84"/>
          <p:cNvSpPr/>
          <p:nvPr/>
        </p:nvSpPr>
        <p:spPr>
          <a:xfrm>
            <a:off x="2318918" y="3968496"/>
            <a:ext cx="1660550" cy="475488"/>
          </a:xfrm>
          <a:prstGeom prst="rect">
            <a:avLst/>
          </a:prstGeom>
          <a:solidFill>
            <a:srgbClr val="EEF3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0" name="Shape 88"/>
          <p:cNvSpPr/>
          <p:nvPr/>
        </p:nvSpPr>
        <p:spPr>
          <a:xfrm>
            <a:off x="5640019" y="3968496"/>
            <a:ext cx="1660550" cy="475488"/>
          </a:xfrm>
          <a:prstGeom prst="rect">
            <a:avLst/>
          </a:prstGeom>
          <a:solidFill>
            <a:srgbClr val="EEF3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1" name="Shape 89"/>
          <p:cNvSpPr/>
          <p:nvPr/>
        </p:nvSpPr>
        <p:spPr>
          <a:xfrm>
            <a:off x="7300570" y="3968496"/>
            <a:ext cx="1660550" cy="475488"/>
          </a:xfrm>
          <a:prstGeom prst="rect">
            <a:avLst/>
          </a:prstGeom>
          <a:solidFill>
            <a:srgbClr val="E8F4E8"/>
          </a:solidFill>
          <a:ln w="9525">
            <a:solidFill>
              <a:srgbClr val="2BA8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2" name="Text 90"/>
          <p:cNvSpPr/>
          <p:nvPr/>
        </p:nvSpPr>
        <p:spPr>
          <a:xfrm>
            <a:off x="7346290" y="4039819"/>
            <a:ext cx="1578254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A8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창체</a:t>
            </a:r>
            <a:endParaRPr lang="en-US" sz="1200" dirty="0"/>
          </a:p>
        </p:txBody>
      </p:sp>
      <p:sp>
        <p:nvSpPr>
          <p:cNvPr id="93" name="Shape 91"/>
          <p:cNvSpPr/>
          <p:nvPr/>
        </p:nvSpPr>
        <p:spPr>
          <a:xfrm>
            <a:off x="182880" y="4443984"/>
            <a:ext cx="475488" cy="475488"/>
          </a:xfrm>
          <a:prstGeom prst="rect">
            <a:avLst/>
          </a:prstGeom>
          <a:solidFill>
            <a:srgbClr val="1B2E4B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4" name="Text 92"/>
          <p:cNvSpPr/>
          <p:nvPr/>
        </p:nvSpPr>
        <p:spPr>
          <a:xfrm>
            <a:off x="182880" y="44439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400" dirty="0"/>
          </a:p>
        </p:txBody>
      </p:sp>
      <p:sp>
        <p:nvSpPr>
          <p:cNvPr id="95" name="Shape 93"/>
          <p:cNvSpPr/>
          <p:nvPr/>
        </p:nvSpPr>
        <p:spPr>
          <a:xfrm>
            <a:off x="658368" y="4443984"/>
            <a:ext cx="166055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6" name="Shape 94"/>
          <p:cNvSpPr/>
          <p:nvPr/>
        </p:nvSpPr>
        <p:spPr>
          <a:xfrm>
            <a:off x="2318918" y="4443984"/>
            <a:ext cx="1660550" cy="475488"/>
          </a:xfrm>
          <a:prstGeom prst="rect">
            <a:avLst/>
          </a:prstGeom>
          <a:solidFill>
            <a:srgbClr val="FFF5DC"/>
          </a:solidFill>
          <a:ln w="9525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7" name="Shape 95"/>
          <p:cNvSpPr/>
          <p:nvPr/>
        </p:nvSpPr>
        <p:spPr>
          <a:xfrm>
            <a:off x="2318918" y="4443984"/>
            <a:ext cx="50292" cy="47548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8" name="Text 96"/>
          <p:cNvSpPr/>
          <p:nvPr/>
        </p:nvSpPr>
        <p:spPr>
          <a:xfrm>
            <a:off x="2401214" y="4515307"/>
            <a:ext cx="1541678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D45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대수 2-7</a:t>
            </a:r>
            <a:endParaRPr lang="en-US" sz="1200" dirty="0"/>
          </a:p>
        </p:txBody>
      </p:sp>
      <p:sp>
        <p:nvSpPr>
          <p:cNvPr id="99" name="Shape 97"/>
          <p:cNvSpPr/>
          <p:nvPr/>
        </p:nvSpPr>
        <p:spPr>
          <a:xfrm>
            <a:off x="3979469" y="4443984"/>
            <a:ext cx="166055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" name="Shape 98"/>
          <p:cNvSpPr/>
          <p:nvPr/>
        </p:nvSpPr>
        <p:spPr>
          <a:xfrm>
            <a:off x="5640019" y="4443984"/>
            <a:ext cx="1660550" cy="475488"/>
          </a:xfrm>
          <a:prstGeom prst="rect">
            <a:avLst/>
          </a:prstGeom>
          <a:solidFill>
            <a:srgbClr val="FFF5DC"/>
          </a:solidFill>
          <a:ln w="9525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" name="Shape 99"/>
          <p:cNvSpPr/>
          <p:nvPr/>
        </p:nvSpPr>
        <p:spPr>
          <a:xfrm>
            <a:off x="5640019" y="4443984"/>
            <a:ext cx="50292" cy="47548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2" name="Text 100"/>
          <p:cNvSpPr/>
          <p:nvPr/>
        </p:nvSpPr>
        <p:spPr>
          <a:xfrm>
            <a:off x="5722315" y="4515307"/>
            <a:ext cx="1541678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D45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대수 2-7</a:t>
            </a:r>
            <a:endParaRPr lang="en-US" sz="1200" dirty="0"/>
          </a:p>
        </p:txBody>
      </p:sp>
      <p:sp>
        <p:nvSpPr>
          <p:cNvPr id="103" name="Shape 101"/>
          <p:cNvSpPr/>
          <p:nvPr/>
        </p:nvSpPr>
        <p:spPr>
          <a:xfrm>
            <a:off x="7300570" y="4443984"/>
            <a:ext cx="166055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4" name="Shape 102"/>
          <p:cNvSpPr/>
          <p:nvPr/>
        </p:nvSpPr>
        <p:spPr>
          <a:xfrm>
            <a:off x="182880" y="1188720"/>
            <a:ext cx="8778240" cy="3730752"/>
          </a:xfrm>
          <a:prstGeom prst="rect">
            <a:avLst/>
          </a:prstGeom>
          <a:ln w="1524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795528"/>
            <a:ext cx="914400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1인 1역  (기여 활동)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47472" y="1005840"/>
            <a:ext cx="8449056" cy="896112"/>
          </a:xfrm>
          <a:prstGeom prst="rect">
            <a:avLst/>
          </a:prstGeom>
          <a:solidFill>
            <a:srgbClr val="FFF8EC"/>
          </a:solidFill>
          <a:ln w="25400">
            <a:solidFill>
              <a:srgbClr val="E8A02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347472" y="1005840"/>
            <a:ext cx="128016" cy="89611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48640" y="102412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8A0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목적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학급을 위해 기여하고 성장한 만큼 보상합니다. 하루 중 가장 오래 있는 교실이 편안한 공간이 되도록 역할을 나눠요!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7472" y="2029968"/>
            <a:ext cx="8449056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347472" y="2029968"/>
            <a:ext cx="128016" cy="1298448"/>
          </a:xfrm>
          <a:prstGeom prst="rect">
            <a:avLst/>
          </a:prstGeom>
          <a:solidFill>
            <a:srgbClr val="2BA89A"/>
          </a:solidFill>
          <a:ln w="12700">
            <a:solidFill>
              <a:srgbClr val="2BA8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48640" y="2066544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BA8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생기부 기록 예시 (칠판관리팀장)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2450592"/>
            <a:ext cx="8138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학급 1인 1역에서 칠판관리팀장(1학기), 환경팀장(2학기)을 훌륭하게 수행함. 매시간 칠판 관리는 힘든 일임에도 웃으면서 즐겁게 역할을 잘함. 뭔가를 맡기면 철저하게 마무리를 잘해서 믿고 맡길 수 있는 학생임.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7472" y="3493008"/>
            <a:ext cx="2706624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347472" y="3493008"/>
            <a:ext cx="2706624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38912" y="356616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E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신청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38912" y="3959352"/>
            <a:ext cx="2523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목요일 조회시간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00400" y="3493008"/>
            <a:ext cx="2706624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3200400" y="3493008"/>
            <a:ext cx="2706624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3291840" y="356616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E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정·부회장 선거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91840" y="3959352"/>
            <a:ext cx="2523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주 금7교시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또는 다음 주 수7교시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053328" y="3493008"/>
            <a:ext cx="2706624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6053328" y="3493008"/>
            <a:ext cx="2706624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144768" y="356616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E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신청서 마감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144768" y="3959352"/>
            <a:ext cx="2523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주 목 23:59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(서류함 양식 참조)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795528"/>
            <a:ext cx="9144000" cy="73152"/>
          </a:xfrm>
          <a:prstGeom prst="rect">
            <a:avLst/>
          </a:prstGeom>
          <a:solidFill>
            <a:srgbClr val="2563C8"/>
          </a:solidFill>
          <a:ln w="12700">
            <a:solidFill>
              <a:srgbClr val="256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학급자율활동  동료평가 기준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01752" y="1078992"/>
            <a:ext cx="2724912" cy="2816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301752" y="1078992"/>
            <a:ext cx="2724912" cy="713232"/>
          </a:xfrm>
          <a:prstGeom prst="rect">
            <a:avLst/>
          </a:prstGeom>
          <a:solidFill>
            <a:srgbClr val="2563C8"/>
          </a:solidFill>
          <a:ln w="12700">
            <a:solidFill>
              <a:srgbClr val="256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01752" y="1097280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8952" y="1097280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출결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58952" y="14996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0DC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5점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93192" y="1883664"/>
            <a:ext cx="25420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미인정 지각·조퇴·결과 1회: -0.5점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미인정 결석 1회: -1.5점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182112" y="1078992"/>
            <a:ext cx="2724912" cy="2816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3182112" y="1078992"/>
            <a:ext cx="2724912" cy="713232"/>
          </a:xfrm>
          <a:prstGeom prst="rect">
            <a:avLst/>
          </a:prstGeom>
          <a:solidFill>
            <a:srgbClr val="2BA89A"/>
          </a:solidFill>
          <a:ln w="12700">
            <a:solidFill>
              <a:srgbClr val="2BA8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182112" y="1097280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639312" y="1097280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1인 1역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639312" y="14996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0DC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5점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73552" y="1883664"/>
            <a:ext cx="25420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학기 말 2회 온라인 동료평가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(구글 설문)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62472" y="1078992"/>
            <a:ext cx="2724912" cy="2816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6062472" y="1078992"/>
            <a:ext cx="2724912" cy="71323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062472" y="1097280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519672" y="1097280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주번 활동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519672" y="14996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0DC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5점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53912" y="1883664"/>
            <a:ext cx="25420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매주 월요일 조회시간 평가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1~5점 척도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01752" y="4041648"/>
            <a:ext cx="4096512" cy="804672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301752" y="4041648"/>
            <a:ext cx="40965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A0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합계: 15점 + 가산점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4572000" y="4041648"/>
            <a:ext cx="4270248" cy="804672"/>
          </a:xfrm>
          <a:prstGeom prst="rect">
            <a:avLst/>
          </a:prstGeom>
          <a:solidFill>
            <a:srgbClr val="FFF8EC"/>
          </a:solidFill>
          <a:ln w="12700">
            <a:solidFill>
              <a:srgbClr val="E8A02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4681728" y="4059936"/>
            <a:ext cx="4069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가산점 = 주번 활동 일수 x 0.1점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동료평가 4.2점 + 주번 4일 = 4.6점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E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BA89A"/>
          </a:solidFill>
          <a:ln w="12700">
            <a:solidFill>
              <a:srgbClr val="2BA8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2BA89A"/>
          </a:solidFill>
          <a:ln w="12700">
            <a:solidFill>
              <a:srgbClr val="2BA8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38912" y="16459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BA8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아침의 기적  (1학기)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38912" y="859536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A8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등교 후 자기주도적으로 실천하는 나만의 프로젝트!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7472" y="1463040"/>
            <a:ext cx="502920" cy="384048"/>
          </a:xfrm>
          <a:prstGeom prst="rect">
            <a:avLst/>
          </a:prstGeom>
          <a:solidFill>
            <a:srgbClr val="2BA89A"/>
          </a:solidFill>
          <a:ln w="12700">
            <a:solidFill>
              <a:srgbClr val="2BA8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47472" y="14630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번호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86968" y="1463040"/>
            <a:ext cx="914400" cy="384048"/>
          </a:xfrm>
          <a:prstGeom prst="rect">
            <a:avLst/>
          </a:prstGeom>
          <a:solidFill>
            <a:srgbClr val="2BA89A"/>
          </a:solidFill>
          <a:ln w="12700">
            <a:solidFill>
              <a:srgbClr val="2BA8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86968" y="14630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37944" y="1463040"/>
            <a:ext cx="3017520" cy="384048"/>
          </a:xfrm>
          <a:prstGeom prst="rect">
            <a:avLst/>
          </a:prstGeom>
          <a:solidFill>
            <a:srgbClr val="2BA89A"/>
          </a:solidFill>
          <a:ln w="12700">
            <a:solidFill>
              <a:srgbClr val="2BA8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837944" y="14630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나만의 프로젝트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92040" y="1463040"/>
            <a:ext cx="1097280" cy="384048"/>
          </a:xfrm>
          <a:prstGeom prst="rect">
            <a:avLst/>
          </a:prstGeom>
          <a:solidFill>
            <a:srgbClr val="2BA89A"/>
          </a:solidFill>
          <a:ln w="12700">
            <a:solidFill>
              <a:srgbClr val="2BA8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892040" y="14630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25896" y="1463040"/>
            <a:ext cx="1097280" cy="384048"/>
          </a:xfrm>
          <a:prstGeom prst="rect">
            <a:avLst/>
          </a:prstGeom>
          <a:solidFill>
            <a:srgbClr val="2BA89A"/>
          </a:solidFill>
          <a:ln w="12700">
            <a:solidFill>
              <a:srgbClr val="2BA8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025896" y="14630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159752" y="1463040"/>
            <a:ext cx="1097280" cy="384048"/>
          </a:xfrm>
          <a:prstGeom prst="rect">
            <a:avLst/>
          </a:prstGeom>
          <a:solidFill>
            <a:srgbClr val="2BA89A"/>
          </a:solidFill>
          <a:ln w="12700">
            <a:solidFill>
              <a:srgbClr val="2BA8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159752" y="14630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기록3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7472" y="1883664"/>
            <a:ext cx="502920" cy="402336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347472" y="1883664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86968" y="1883664"/>
            <a:ext cx="914400" cy="402336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886968" y="1883664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강○○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837944" y="1883664"/>
            <a:ext cx="3017520" cy="402336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1837944" y="1883664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92040" y="1883664"/>
            <a:ext cx="1097280" cy="402336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4892040" y="1883664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25896" y="1883664"/>
            <a:ext cx="1097280" cy="402336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025896" y="1883664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159752" y="1883664"/>
            <a:ext cx="1097280" cy="402336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7159752" y="1883664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47472" y="2304288"/>
            <a:ext cx="502920" cy="402336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347472" y="2304288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86968" y="2304288"/>
            <a:ext cx="914400" cy="402336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886968" y="2304288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고○○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37944" y="2304288"/>
            <a:ext cx="3017520" cy="402336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1837944" y="230428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92040" y="2304288"/>
            <a:ext cx="1097280" cy="402336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4892040" y="2304288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025896" y="2304288"/>
            <a:ext cx="1097280" cy="402336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6025896" y="2304288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159752" y="2304288"/>
            <a:ext cx="1097280" cy="402336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7159752" y="2304288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47472" y="2724912"/>
            <a:ext cx="502920" cy="402336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347472" y="2724912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86968" y="2724912"/>
            <a:ext cx="914400" cy="402336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886968" y="2724912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구○○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837944" y="2724912"/>
            <a:ext cx="3017520" cy="402336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1837944" y="272491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892040" y="2724912"/>
            <a:ext cx="1097280" cy="402336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4892040" y="272491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025896" y="2724912"/>
            <a:ext cx="1097280" cy="402336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/>
          <p:nvPr/>
        </p:nvSpPr>
        <p:spPr>
          <a:xfrm>
            <a:off x="6025896" y="272491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159752" y="2724912"/>
            <a:ext cx="1097280" cy="402336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/>
          <p:nvPr/>
        </p:nvSpPr>
        <p:spPr>
          <a:xfrm>
            <a:off x="7159752" y="272491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347472" y="3145536"/>
            <a:ext cx="502920" cy="402336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347472" y="3145536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..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886968" y="3145536"/>
            <a:ext cx="914400" cy="402336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886968" y="3145536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..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1837944" y="3145536"/>
            <a:ext cx="3017520" cy="402336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7"/>
          <p:cNvSpPr/>
          <p:nvPr/>
        </p:nvSpPr>
        <p:spPr>
          <a:xfrm>
            <a:off x="1837944" y="3145536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4892040" y="3145536"/>
            <a:ext cx="1097280" cy="402336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9"/>
          <p:cNvSpPr/>
          <p:nvPr/>
        </p:nvSpPr>
        <p:spPr>
          <a:xfrm>
            <a:off x="4892040" y="3145536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6025896" y="3145536"/>
            <a:ext cx="1097280" cy="402336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1"/>
          <p:cNvSpPr/>
          <p:nvPr/>
        </p:nvSpPr>
        <p:spPr>
          <a:xfrm>
            <a:off x="6025896" y="3145536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7159752" y="3145536"/>
            <a:ext cx="1097280" cy="402336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3"/>
          <p:cNvSpPr/>
          <p:nvPr/>
        </p:nvSpPr>
        <p:spPr>
          <a:xfrm>
            <a:off x="7159752" y="3145536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347472" y="3566160"/>
            <a:ext cx="502920" cy="402336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5"/>
          <p:cNvSpPr/>
          <p:nvPr/>
        </p:nvSpPr>
        <p:spPr>
          <a:xfrm>
            <a:off x="347472" y="3566160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886968" y="3566160"/>
            <a:ext cx="914400" cy="402336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Text 67"/>
          <p:cNvSpPr/>
          <p:nvPr/>
        </p:nvSpPr>
        <p:spPr>
          <a:xfrm>
            <a:off x="886968" y="356616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최○○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1837944" y="3566160"/>
            <a:ext cx="3017520" cy="402336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Text 69"/>
          <p:cNvSpPr/>
          <p:nvPr/>
        </p:nvSpPr>
        <p:spPr>
          <a:xfrm>
            <a:off x="1837944" y="356616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4892040" y="3566160"/>
            <a:ext cx="1097280" cy="402336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Text 71"/>
          <p:cNvSpPr/>
          <p:nvPr/>
        </p:nvSpPr>
        <p:spPr>
          <a:xfrm>
            <a:off x="4892040" y="35661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6025896" y="3566160"/>
            <a:ext cx="1097280" cy="402336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Text 73"/>
          <p:cNvSpPr/>
          <p:nvPr/>
        </p:nvSpPr>
        <p:spPr>
          <a:xfrm>
            <a:off x="6025896" y="35661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7159752" y="3566160"/>
            <a:ext cx="1097280" cy="402336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Text 75"/>
          <p:cNvSpPr/>
          <p:nvPr/>
        </p:nvSpPr>
        <p:spPr>
          <a:xfrm>
            <a:off x="7159752" y="35661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438912" y="473659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8A0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[v]  자기성장 기록  -&gt;  학년말 세특 기록 반영!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795528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출결 주요 안내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56032" y="987552"/>
            <a:ext cx="8631936" cy="950976"/>
          </a:xfrm>
          <a:prstGeom prst="rect">
            <a:avLst/>
          </a:prstGeom>
          <a:solidFill>
            <a:srgbClr val="FDF2F0"/>
          </a:solidFill>
          <a:ln w="19050">
            <a:solidFill>
              <a:srgbClr val="C0392B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256032" y="987552"/>
            <a:ext cx="128016" cy="9509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결석 (질병 / 인정 / 미인정 모두 포함)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증빙서류(사진 촬영)와 함께  </a:t>
            </a:r>
            <a:r>
              <a:rPr lang="en-US" sz="125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'학부모'가 직접 '학부모 나이스 서비스'로 결석 신고  -&gt;  담임 처리</a:t>
            </a:r>
            <a:r>
              <a:rPr lang="en-US" sz="12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|     지각·조퇴·결과: </a:t>
            </a:r>
            <a:r>
              <a:rPr lang="en-US" sz="1250" b="1" dirty="0">
                <a:solidFill>
                  <a:srgbClr val="1B2E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증빙서류 원본 제출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56032" y="2057400"/>
            <a:ext cx="4169664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256032" y="2057400"/>
            <a:ext cx="4169664" cy="45720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47472" y="2057400"/>
            <a:ext cx="3986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출결 증빙서류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2578608"/>
            <a:ext cx="393192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B2E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-질병: </a:t>
            </a:r>
            <a:r>
              <a:rPr lang="en-US" sz="11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진료확인서 또는 (병원 발급) 처방전</a:t>
            </a:r>
            <a:endParaRPr lang="en-US" sz="11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B2E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-경조사 / 대입: </a:t>
            </a:r>
            <a:r>
              <a:rPr lang="en-US" sz="11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증빙서류</a:t>
            </a:r>
            <a:endParaRPr lang="en-US" sz="11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B2E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-감염병(코로나 등): </a:t>
            </a:r>
            <a:r>
              <a:rPr lang="en-US" sz="11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격리통지서, 신속항원 양성확인서 등</a:t>
            </a:r>
            <a:endParaRPr lang="en-US" sz="11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제출 기한: </a:t>
            </a:r>
            <a:r>
              <a:rPr lang="en-US" sz="11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결석일로부터 5일 이내 (휴무일 제외)</a:t>
            </a:r>
            <a:endParaRPr lang="en-US" sz="11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예) 월요일 결석  -&gt;  늦어도 </a:t>
            </a:r>
            <a:r>
              <a:rPr lang="en-US" sz="1150" b="1" i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금요일까지</a:t>
            </a:r>
            <a:endParaRPr lang="en-US" sz="11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인정 기간: </a:t>
            </a:r>
            <a:r>
              <a:rPr lang="en-US" sz="11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해당일 포함 2일 (휴무일 포함)</a:t>
            </a:r>
            <a:endParaRPr lang="en-US" sz="11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예) 화요일 결석  -&gt;  화·월·수 중 확인서</a:t>
            </a:r>
            <a:endParaRPr lang="en-US" sz="11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(월,수) 결석  -&gt;  화요일 확인서 1장 인정?  </a:t>
            </a:r>
            <a:r>
              <a:rPr lang="en-US" sz="115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18304" y="2057400"/>
            <a:ext cx="4169664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718304" y="2057400"/>
            <a:ext cx="4169664" cy="457200"/>
          </a:xfrm>
          <a:prstGeom prst="rect">
            <a:avLst/>
          </a:prstGeom>
          <a:solidFill>
            <a:srgbClr val="2563C8"/>
          </a:solidFill>
          <a:ln w="12700">
            <a:solidFill>
              <a:srgbClr val="256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809744" y="2057400"/>
            <a:ext cx="3986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교외체험학습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28032" y="2578608"/>
            <a:ext cx="3950208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-시작일 </a:t>
            </a:r>
            <a:r>
              <a:rPr lang="en-US" sz="115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4일 전</a:t>
            </a:r>
            <a:r>
              <a:rPr lang="en-US" sz="11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까지 신청서 제출 (휴무일 제외)</a:t>
            </a:r>
            <a:endParaRPr lang="en-US" sz="115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-&gt;  반드시 </a:t>
            </a:r>
            <a:r>
              <a:rPr lang="en-US" sz="115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승인서를 받아야</a:t>
            </a:r>
            <a:r>
              <a:rPr lang="en-US" sz="11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체험학습 시작!</a:t>
            </a:r>
            <a:endParaRPr lang="en-US" sz="1150" dirty="0"/>
          </a:p>
          <a:p>
            <a:pPr marL="0" indent="0" algn="l">
              <a:spcAft>
                <a:spcPts val="200"/>
              </a:spcAft>
              <a:buNone/>
            </a:pPr>
            <a:endParaRPr lang="en-US" sz="115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-활동 후 </a:t>
            </a:r>
            <a:r>
              <a:rPr lang="en-US" sz="115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7일 이내</a:t>
            </a:r>
            <a:r>
              <a:rPr lang="en-US" sz="11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결과보고서 제출</a:t>
            </a:r>
            <a:endParaRPr lang="en-US" sz="115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미제출 시  -&gt;  </a:t>
            </a:r>
            <a:r>
              <a:rPr lang="en-US" sz="115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미인정 결석!</a:t>
            </a:r>
            <a:endParaRPr lang="en-US" sz="1150" dirty="0"/>
          </a:p>
          <a:p>
            <a:pPr marL="0" indent="0" algn="l">
              <a:spcAft>
                <a:spcPts val="200"/>
              </a:spcAft>
              <a:buNone/>
            </a:pPr>
            <a:endParaRPr lang="en-US" sz="115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B2E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불허 기간</a:t>
            </a:r>
            <a:endParaRPr lang="en-US" sz="115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3.3~3.13  /  4.23~5.15  /  6.25~7.21</a:t>
            </a:r>
            <a:endParaRPr lang="en-US" sz="115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10.01~10.23  /  11.23~12.07  /  1.4~1.8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795528"/>
            <a:ext cx="914400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학급 생활 규칙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01752" y="1024128"/>
            <a:ext cx="274320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301752" y="1024128"/>
            <a:ext cx="274320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93192" y="1115568"/>
            <a:ext cx="384048" cy="384048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93192" y="111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E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50392" y="1115568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E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학급 지각 08:00 이전 등교!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93192" y="1572768"/>
            <a:ext cx="257860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지각  -&gt;  방과후 청소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지각 없으면 상점 1점!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91256" y="1024128"/>
            <a:ext cx="274320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3191256" y="1024128"/>
            <a:ext cx="274320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282696" y="1115568"/>
            <a:ext cx="384048" cy="384048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282696" y="111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E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739896" y="1115568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E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서로 칭찬하는 분위기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82696" y="1572768"/>
            <a:ext cx="257860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칭찬  -&gt;  상점 &amp; 세특 기록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80760" y="1024128"/>
            <a:ext cx="274320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6080760" y="1024128"/>
            <a:ext cx="274320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6172200" y="1115568"/>
            <a:ext cx="384048" cy="384048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172200" y="111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E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29400" y="1115568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E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교실 내 화장 금지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72200" y="1572768"/>
            <a:ext cx="257860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규칙을 지키면 모두가 행복!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01752" y="2962656"/>
            <a:ext cx="274320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301752" y="2962656"/>
            <a:ext cx="274320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393192" y="3054096"/>
            <a:ext cx="384048" cy="384048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393192" y="3054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E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50392" y="3054096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E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방과후 의자 올리기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93192" y="3511296"/>
            <a:ext cx="257860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 물건은 교실에 두지 않기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미준수  -&gt;  방과후 청소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191256" y="2962656"/>
            <a:ext cx="274320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3191256" y="2962656"/>
            <a:ext cx="274320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3282696" y="3054096"/>
            <a:ext cx="384048" cy="384048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3282696" y="3054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E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739896" y="3054096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E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1인 1역으로 성장!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282696" y="3511296"/>
            <a:ext cx="257860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자율성 + 공동체 미덕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세특 기록 반영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080760" y="2962656"/>
            <a:ext cx="274320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6080760" y="2962656"/>
            <a:ext cx="274320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6172200" y="3054096"/>
            <a:ext cx="384048" cy="384048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6172200" y="3054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E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629400" y="3054096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E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조회·종례 매일 실시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172200" y="3511296"/>
            <a:ext cx="257860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특별한 경우 제외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자기 주변 청소는 스스로!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E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38912" y="16459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8A0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자기소개  &amp;  안내사항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7472" y="987552"/>
            <a:ext cx="4041648" cy="2761488"/>
          </a:xfrm>
          <a:prstGeom prst="rect">
            <a:avLst/>
          </a:prstGeom>
          <a:solidFill>
            <a:srgbClr val="1F3855"/>
          </a:solidFill>
          <a:ln w="12700">
            <a:solidFill>
              <a:srgbClr val="E8A02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347472" y="987552"/>
            <a:ext cx="4041648" cy="4937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38912" y="987552"/>
            <a:ext cx="38587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2E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자기소개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5488" y="1572768"/>
            <a:ext cx="3785616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-내일 조회시간부터 시작</a:t>
            </a:r>
            <a:endParaRPr lang="en-US" sz="14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-시간: 30초 ~ 1분</a:t>
            </a:r>
            <a:endParaRPr lang="en-US" sz="14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-이름, 취미, 관심사, 꿈 등 자유롭게!</a:t>
            </a:r>
            <a:endParaRPr lang="en-US" sz="14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-긴장하지 말고 편하게 ^^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987552"/>
            <a:ext cx="4041648" cy="2761488"/>
          </a:xfrm>
          <a:prstGeom prst="rect">
            <a:avLst/>
          </a:prstGeom>
          <a:solidFill>
            <a:srgbClr val="1C3F54"/>
          </a:solidFill>
          <a:ln w="12700">
            <a:solidFill>
              <a:srgbClr val="2BA89A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754880" y="987552"/>
            <a:ext cx="4041648" cy="493776"/>
          </a:xfrm>
          <a:prstGeom prst="rect">
            <a:avLst/>
          </a:prstGeom>
          <a:solidFill>
            <a:srgbClr val="2BA89A"/>
          </a:solidFill>
          <a:ln w="12700">
            <a:solidFill>
              <a:srgbClr val="2BA8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846320" y="987552"/>
            <a:ext cx="38587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리로스쿨 확인!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82896" y="1572768"/>
            <a:ext cx="3785616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-공지사항 수시로 확인</a:t>
            </a:r>
            <a:endParaRPr lang="en-US" sz="14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-알림 신청 필수!</a:t>
            </a:r>
            <a:endParaRPr lang="en-US" sz="14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-가정통신문 확인</a:t>
            </a:r>
            <a:endParaRPr lang="en-US" sz="14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-개인 시간표 확인 (선택 과목)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" y="3895344"/>
            <a:ext cx="8449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A0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</a:t>
            </a:r>
            <a:r>
              <a:rPr lang="en-US" sz="1500" b="1" dirty="0" err="1">
                <a:solidFill>
                  <a:srgbClr val="E8A0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단톡방</a:t>
            </a:r>
            <a:r>
              <a:rPr lang="en-US" sz="1500" b="1" dirty="0">
                <a:solidFill>
                  <a:srgbClr val="E8A0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개설 예정!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47472" y="4407408"/>
            <a:ext cx="8449056" cy="60350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347472" y="4407408"/>
            <a:ext cx="8449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B2E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2026년, 2학년 7반  모두 화이팅!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864</Words>
  <Application>Microsoft Office PowerPoint</Application>
  <PresentationFormat>화면 슬라이드 쇼(16:9)</PresentationFormat>
  <Paragraphs>260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2-7반 학급 OT 2026</dc:title>
  <dc:subject>PptxGenJS Presentation</dc:subject>
  <dc:creator>PptxGenJS</dc:creator>
  <cp:lastModifiedBy>박도영</cp:lastModifiedBy>
  <cp:revision>3</cp:revision>
  <dcterms:created xsi:type="dcterms:W3CDTF">2026-03-01T10:33:27Z</dcterms:created>
  <dcterms:modified xsi:type="dcterms:W3CDTF">2026-03-01T11:46:28Z</dcterms:modified>
</cp:coreProperties>
</file>